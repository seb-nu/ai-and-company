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188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F7E870-AB2D-F5EF-A314-F0E13C8C8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3877994"/>
            <a:ext cx="11430000" cy="65036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2334-3E0D-8C05-ABC6-C30352D9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29700" y="556623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180A12-205C-156A-CF48-FCADE45760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56411" y="1692596"/>
            <a:ext cx="805220" cy="675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CB1D31-2DBE-3A84-9075-FCF5B643A059}"/>
              </a:ext>
            </a:extLst>
          </p:cNvPr>
          <p:cNvSpPr txBox="1"/>
          <p:nvPr userDrawn="1"/>
        </p:nvSpPr>
        <p:spPr>
          <a:xfrm>
            <a:off x="448574" y="1768713"/>
            <a:ext cx="3916392" cy="523220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r>
              <a:rPr lang="en-US" sz="2800" b="1" dirty="0">
                <a:solidFill>
                  <a:srgbClr val="BF5C38"/>
                </a:solidFill>
              </a:rPr>
              <a:t>AI &amp; COMPANY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A1F023C-1CB1-CD66-0A8B-AFD1A001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923081"/>
            <a:ext cx="11430000" cy="806726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07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BA11-4491-A2EE-7ECE-2B3AB7B7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A1768-DB89-9648-3A49-8A59383AA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DDB4A031-592A-4325-A760-CF85E125CB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924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BA11-4491-A2EE-7ECE-2B3AB7B7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A1768-DB89-9648-3A49-8A59383AA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DDB4A031-592A-4325-A760-CF85E125CB1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E799C5-BB2F-7AC8-E41C-191F81A09905}"/>
              </a:ext>
            </a:extLst>
          </p:cNvPr>
          <p:cNvCxnSpPr/>
          <p:nvPr userDrawn="1"/>
        </p:nvCxnSpPr>
        <p:spPr>
          <a:xfrm>
            <a:off x="342900" y="1664732"/>
            <a:ext cx="5486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A3B836-5350-8FE2-AD49-4DE73CD322B3}"/>
              </a:ext>
            </a:extLst>
          </p:cNvPr>
          <p:cNvCxnSpPr/>
          <p:nvPr userDrawn="1"/>
        </p:nvCxnSpPr>
        <p:spPr>
          <a:xfrm>
            <a:off x="6362702" y="1664732"/>
            <a:ext cx="5486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278084-25FC-8107-66A0-54FF065A02D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2900" y="1295400"/>
            <a:ext cx="5486400" cy="369888"/>
          </a:xfrm>
        </p:spPr>
        <p:txBody>
          <a:bodyPr anchor="b"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A5D6F8B-045B-E299-39A6-665825E6E5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62702" y="1295400"/>
            <a:ext cx="5486400" cy="369888"/>
          </a:xfrm>
        </p:spPr>
        <p:txBody>
          <a:bodyPr anchor="b"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7612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2" userDrawn="1">
          <p15:clr>
            <a:srgbClr val="FBAE40"/>
          </p15:clr>
        </p15:guide>
        <p15:guide id="2" pos="40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BA11-4491-A2EE-7ECE-2B3AB7B7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A1768-DB89-9648-3A49-8A59383AA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DDB4A031-592A-4325-A760-CF85E125CB1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EC540E-77E7-E957-28D4-79E4A9B8138F}"/>
              </a:ext>
            </a:extLst>
          </p:cNvPr>
          <p:cNvCxnSpPr/>
          <p:nvPr userDrawn="1"/>
        </p:nvCxnSpPr>
        <p:spPr>
          <a:xfrm>
            <a:off x="4314826" y="1664732"/>
            <a:ext cx="3562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A07D3B-4D08-D1BB-BFE5-4A85536E2C23}"/>
              </a:ext>
            </a:extLst>
          </p:cNvPr>
          <p:cNvCxnSpPr/>
          <p:nvPr userDrawn="1"/>
        </p:nvCxnSpPr>
        <p:spPr>
          <a:xfrm>
            <a:off x="342900" y="1664732"/>
            <a:ext cx="3562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567C0-2EC1-8F73-AC57-361BE314271F}"/>
              </a:ext>
            </a:extLst>
          </p:cNvPr>
          <p:cNvCxnSpPr/>
          <p:nvPr userDrawn="1"/>
        </p:nvCxnSpPr>
        <p:spPr>
          <a:xfrm>
            <a:off x="8286750" y="1664732"/>
            <a:ext cx="35623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6D0CC7-32B3-EC44-7522-707D7051C3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1295400"/>
            <a:ext cx="3562350" cy="369888"/>
          </a:xfrm>
        </p:spPr>
        <p:txBody>
          <a:bodyPr anchor="b"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D62EAB2-4721-39EE-B202-42F418C72E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4825" y="1295400"/>
            <a:ext cx="3562350" cy="369888"/>
          </a:xfrm>
        </p:spPr>
        <p:txBody>
          <a:bodyPr anchor="b"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84DE82-016B-333A-05BF-6BB8354883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67700" y="1295400"/>
            <a:ext cx="3581400" cy="369888"/>
          </a:xfrm>
        </p:spPr>
        <p:txBody>
          <a:bodyPr anchor="b">
            <a:norm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53213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72" userDrawn="1">
          <p15:clr>
            <a:srgbClr val="FBAE40"/>
          </p15:clr>
        </p15:guide>
        <p15:guide id="2" pos="2712" userDrawn="1">
          <p15:clr>
            <a:srgbClr val="FBAE40"/>
          </p15:clr>
        </p15:guide>
        <p15:guide id="3" pos="4968" userDrawn="1">
          <p15:clr>
            <a:srgbClr val="FBAE40"/>
          </p15:clr>
        </p15:guide>
        <p15:guide id="4" pos="52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62B42A-60CE-9905-EA3B-0FD62E0CB84A}"/>
              </a:ext>
            </a:extLst>
          </p:cNvPr>
          <p:cNvGrpSpPr/>
          <p:nvPr userDrawn="1"/>
        </p:nvGrpSpPr>
        <p:grpSpPr>
          <a:xfrm>
            <a:off x="7736043" y="4777198"/>
            <a:ext cx="4113057" cy="675454"/>
            <a:chOff x="448574" y="1692596"/>
            <a:chExt cx="4113057" cy="6754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341BF9-72AE-82B6-1352-6AF3092D8E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56411" y="1692596"/>
              <a:ext cx="805220" cy="67545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E23176-09F3-2FE6-F01D-8C4982AEF976}"/>
                </a:ext>
              </a:extLst>
            </p:cNvPr>
            <p:cNvSpPr txBox="1"/>
            <p:nvPr userDrawn="1"/>
          </p:nvSpPr>
          <p:spPr>
            <a:xfrm>
              <a:off x="448574" y="1768713"/>
              <a:ext cx="3916392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sz="2800" b="1" dirty="0">
                  <a:solidFill>
                    <a:srgbClr val="BF5C38"/>
                  </a:solidFill>
                </a:rPr>
                <a:t>AI &amp; COMPANY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81BBE0-0C1A-8A01-2BE4-5CB6E50F3EB4}"/>
              </a:ext>
            </a:extLst>
          </p:cNvPr>
          <p:cNvCxnSpPr>
            <a:cxnSpLocks/>
          </p:cNvCxnSpPr>
          <p:nvPr userDrawn="1"/>
        </p:nvCxnSpPr>
        <p:spPr>
          <a:xfrm>
            <a:off x="0" y="5486400"/>
            <a:ext cx="11849100" cy="0"/>
          </a:xfrm>
          <a:prstGeom prst="line">
            <a:avLst/>
          </a:prstGeom>
          <a:ln w="19050">
            <a:solidFill>
              <a:srgbClr val="BF5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0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C33DC-4923-EFC7-D635-04EEDBA87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81041"/>
            <a:ext cx="11506200" cy="806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C32BC-8558-20ED-006C-436ECF13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95401"/>
            <a:ext cx="11506200" cy="5249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69E81-7A2A-9BCC-D97C-10D3AEC45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630190"/>
            <a:ext cx="419100" cy="207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DDB4A031-592A-4325-A760-CF85E125CB1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492F16-6855-3BC0-DF22-0A0CA5E01DC9}"/>
              </a:ext>
            </a:extLst>
          </p:cNvPr>
          <p:cNvCxnSpPr>
            <a:cxnSpLocks/>
          </p:cNvCxnSpPr>
          <p:nvPr userDrawn="1"/>
        </p:nvCxnSpPr>
        <p:spPr>
          <a:xfrm>
            <a:off x="0" y="914401"/>
            <a:ext cx="11849100" cy="0"/>
          </a:xfrm>
          <a:prstGeom prst="line">
            <a:avLst/>
          </a:prstGeom>
          <a:ln w="19050">
            <a:solidFill>
              <a:srgbClr val="BF5C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rey line">
            <a:extLst>
              <a:ext uri="{FF2B5EF4-FFF2-40B4-BE49-F238E27FC236}">
                <a16:creationId xmlns:a16="http://schemas.microsoft.com/office/drawing/2014/main" id="{D99CB61A-3DF7-7337-EDB6-5C29F3980A75}"/>
              </a:ext>
            </a:extLst>
          </p:cNvPr>
          <p:cNvCxnSpPr/>
          <p:nvPr userDrawn="1"/>
        </p:nvCxnSpPr>
        <p:spPr>
          <a:xfrm>
            <a:off x="0" y="6612259"/>
            <a:ext cx="12192000" cy="0"/>
          </a:xfrm>
          <a:prstGeom prst="line">
            <a:avLst/>
          </a:prstGeom>
          <a:ln w="9525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DAC25E-16FD-5451-0F22-849D5410EFD0}"/>
              </a:ext>
            </a:extLst>
          </p:cNvPr>
          <p:cNvSpPr txBox="1"/>
          <p:nvPr userDrawn="1"/>
        </p:nvSpPr>
        <p:spPr>
          <a:xfrm>
            <a:off x="342900" y="6641448"/>
            <a:ext cx="6977231" cy="184666"/>
          </a:xfrm>
          <a:prstGeom prst="rect">
            <a:avLst/>
          </a:prstGeom>
          <a:noFill/>
        </p:spPr>
        <p:txBody>
          <a:bodyPr wrap="none" lIns="45720" rIns="45720" rtlCol="0">
            <a:spAutoFit/>
          </a:bodyPr>
          <a:lstStyle/>
          <a:p>
            <a:r>
              <a:rPr lang="en-US" sz="600" dirty="0">
                <a:solidFill>
                  <a:srgbClr val="606060"/>
                </a:solidFill>
              </a:rPr>
              <a:t>This information is confidential and was prepared by AI &amp; Company solely for the use of our client; it is not to be relied on by any 3</a:t>
            </a:r>
            <a:r>
              <a:rPr lang="en-US" sz="600" baseline="30000" dirty="0">
                <a:solidFill>
                  <a:srgbClr val="606060"/>
                </a:solidFill>
              </a:rPr>
              <a:t>rd</a:t>
            </a:r>
            <a:r>
              <a:rPr lang="en-US" sz="600" dirty="0">
                <a:solidFill>
                  <a:srgbClr val="606060"/>
                </a:solidFill>
              </a:rPr>
              <a:t> party without AI &amp; Company’s prior consent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C8E3F1-4E6B-912A-7E80-425DA9C58FF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142824" y="6630191"/>
            <a:ext cx="246984" cy="20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2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7464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orient="horz" pos="816" userDrawn="1">
          <p15:clr>
            <a:srgbClr val="F26B43"/>
          </p15:clr>
        </p15:guide>
        <p15:guide id="6" orient="horz" pos="4128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AI&amp;Company">
      <a:dk1>
        <a:sysClr val="windowText" lastClr="000000"/>
      </a:dk1>
      <a:lt1>
        <a:srgbClr val="FFFFFF"/>
      </a:lt1>
      <a:dk2>
        <a:srgbClr val="FFFFFF"/>
      </a:dk2>
      <a:lt2>
        <a:srgbClr val="FFFFFF"/>
      </a:lt2>
      <a:accent1>
        <a:srgbClr val="B1ADA1"/>
      </a:accent1>
      <a:accent2>
        <a:srgbClr val="FFFFFF"/>
      </a:accent2>
      <a:accent3>
        <a:srgbClr val="C15F3C"/>
      </a:accent3>
      <a:accent4>
        <a:srgbClr val="DDDDDD"/>
      </a:accent4>
      <a:accent5>
        <a:srgbClr val="B2B2B2"/>
      </a:accent5>
      <a:accent6>
        <a:srgbClr val="606060"/>
      </a:accent6>
      <a:hlink>
        <a:srgbClr val="3F3F3F"/>
      </a:hlink>
      <a:folHlink>
        <a:srgbClr val="C15F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>Aleph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nuñez</dc:creator>
  <cp:lastModifiedBy>sebastian nuñez</cp:lastModifiedBy>
  <cp:revision>2</cp:revision>
  <dcterms:created xsi:type="dcterms:W3CDTF">2026-03-01T13:51:09Z</dcterms:created>
  <dcterms:modified xsi:type="dcterms:W3CDTF">2026-03-01T22:06:44Z</dcterms:modified>
</cp:coreProperties>
</file>